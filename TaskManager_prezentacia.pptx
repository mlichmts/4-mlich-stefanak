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4DA6FF">
              <a:alpha val="12000"/>
            </a:srgbClr>
          </a:solidFill>
          <a:ln w="12700">
            <a:solidFill>
              <a:srgbClr val="4DA6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4DA6FF">
              <a:alpha val="8000"/>
            </a:srgbClr>
          </a:solidFill>
          <a:ln w="12700">
            <a:solidFill>
              <a:srgbClr val="4DA6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8872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234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Správca úloh pre študentov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Webová aplikácia na správu osobných a skupinových úloh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backend · Tmavý UI · Nasadené na Render.com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Sans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Čo aplikácia umožňuje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Hlavné funkcionality na jednom mieste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úloh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Vytváranie, úprava a mazanie osobných aj skupinových úloh s prioritou, stavom a termínom.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Skupiny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0" y="212140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Tvorba skupín, pridávanie členov, zdieľanie úloh. Roly admin / member.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936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Filtrovanie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12140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podľa stavu, priority, kategórie, termínu. Radenie podľa dátumu.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862072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953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Autentifikácia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Registrácia, prihlásenie, odhlásenie. Každý vidí iba vlastné a skupinové úlohy.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2862072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2953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7472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Kategórie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74720" y="3611880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Voliteľné zaradenie úlohy do kategórie pre lepší prehľad.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2862072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2953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0936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Nasadenie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9360" y="3611880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Živá aplikácia na Render.com. PostgreSQL databáza, dj-database-url.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Technická architektúra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Databázové modely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44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6733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due_date, priority, status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20824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48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2768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created_at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GroupMembership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880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↔ group, role, joined_at  [M:N]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55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348386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color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831336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58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40873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built-in auth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63440" y="1051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5.2 + Python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1984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Databáza: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19842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(Render free tier)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55117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25511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+ dj-database-url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11810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31181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built-in auth + dekorátor login_required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36850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3685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 + Vanilla JS/CSS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4251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Nasadenie: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– web service +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/ UX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Tmavý, minimalistický dizajn inšpirovaný moderných task manageroch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653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Pozadie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20848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#1E1E1E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920240" y="13716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8653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20240" y="20848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#2A2A2A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4DA6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8653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37560" y="20848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#4DA6FF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05252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8653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Vysoká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20848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#E05252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72200" y="13716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8C84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8653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Stredná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72200" y="20848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#E8C84A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589520" y="13716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52C97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8653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Nízka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589520" y="20848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#52C97A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2920" y="2423160"/>
            <a:ext cx="5303520" cy="530352"/>
          </a:xfrm>
          <a:prstGeom prst="roundRect">
            <a:avLst>
              <a:gd name="adj" fmla="val 13793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4597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Zobrazenie úloh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26791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layout – karty usporiadané do sekcií (osobné / skupinové).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044952"/>
            <a:ext cx="5303520" cy="530352"/>
          </a:xfrm>
          <a:prstGeom prst="roundRect">
            <a:avLst>
              <a:gd name="adj" fmla="val 13793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0815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Vlastný kalendár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3009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Interaktívny JS kalendár bez natívneho date-pickera. Kliknutím sa vyberie termín.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666744"/>
            <a:ext cx="5303520" cy="530352"/>
          </a:xfrm>
          <a:prstGeom prst="roundRect">
            <a:avLst>
              <a:gd name="adj" fmla="val 13793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03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 vizuálne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9227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Farebné bodky + zvýraznenie priority priamo na karte.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4288536"/>
            <a:ext cx="5303520" cy="530352"/>
          </a:xfrm>
          <a:prstGeom prst="roundRect">
            <a:avLst>
              <a:gd name="adj" fmla="val 13793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3251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Stavy a filtre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5445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boxy bez reload – menia URL query parametre. Aktívny filter mení farbu.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89320" y="24231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7220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Typografia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72200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Sans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Hlavný font celej aplikácie
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Mono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 kariet / popis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Dizajnový systém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72200" y="39136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(--bg, --accent, --card-bg...), pill buttons, border-radius 12-14px, box-shadow pre hĺbku.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731520"/>
            <a:ext cx="4114800" cy="4114800"/>
          </a:xfrm>
          <a:prstGeom prst="ellipse">
            <a:avLst/>
          </a:prstGeom>
          <a:solidFill>
            <a:srgbClr val="4DA6FF">
              <a:alpha val="7000"/>
            </a:srgbClr>
          </a:solidFill>
          <a:ln w="12700">
            <a:solidFill>
              <a:srgbClr val="4DA6FF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Čo sme dosiahli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60020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obrazoviek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2648" y="182880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Register, Task list, Task form, Group management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55848" y="160020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modely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55848" y="182880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· Group · GroupMembership (M:N) · Category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99048" y="160020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úlohy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99048" y="182880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 s ochranou cez login_required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450592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" y="29535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Filtrovanie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" y="318211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filtrov + radenie bez ďalšej knižnice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2450592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355848" y="29535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318211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· PostgreSQL · bez straty dát po redeploy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89320" y="2450592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99048" y="29535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99048" y="318211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skupiny a člen – rôzne oprávnenia na úpravy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four-mlich-stefanak.onrender.com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TaskManager – Správca úloh pre študentov</dc:title>
  <dc:subject>PptxGenJS Presentation</dc:subject>
  <dc:creator>PptxGenJS</dc:creator>
  <cp:lastModifiedBy>PptxGenJS</cp:lastModifiedBy>
  <cp:revision>1</cp:revision>
  <dcterms:created xsi:type="dcterms:W3CDTF">2026-06-09T23:02:35Z</dcterms:created>
  <dcterms:modified xsi:type="dcterms:W3CDTF">2026-06-09T23:02:35Z</dcterms:modified>
</cp:coreProperties>
</file>